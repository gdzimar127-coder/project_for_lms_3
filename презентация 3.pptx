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7F188B-D387-46FC-9F41-FD8565DF3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298BE7-212C-4843-AAB5-5F5953F5B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3AF3-E433-4711-B3E3-A31B236D1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5A4A-C011-457B-AFBB-E87B41EDB0B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56C20F-4609-4002-AFF8-437F2F37B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595CFF-5D12-4B8D-84A0-0589489B9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CE48-D78D-4594-9E43-33D972AD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263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8AD10-B8C3-4FE3-8F22-1400864F2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7E68EE-A9D0-4D7F-AA5B-641DA72F3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96CB54-5542-48A4-AC16-FA70E8151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5A4A-C011-457B-AFBB-E87B41EDB0B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098980-3FF8-4233-9531-0E7F4681E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9D83F8-DABE-495F-8E6F-1B96010E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CE48-D78D-4594-9E43-33D972AD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806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C6C0F-0E21-43A9-A67B-073746954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449561-5B6D-4610-BC3D-5E2973E26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86BEA2-9128-4912-9012-B4AC63CD5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5A4A-C011-457B-AFBB-E87B41EDB0B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77A08B-EB69-4CF3-9256-859212BC5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F89418-5680-4543-91D1-6365EC0B1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CE48-D78D-4594-9E43-33D972AD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801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2354C-8457-48BA-913C-1B89B1F0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3A1071-2AED-465A-ACCF-88455BD185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373B92-AFBA-4C15-A672-566502FDB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3C59F80-99B3-46F2-8FDC-19BA5BDC5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5A4A-C011-457B-AFBB-E87B41EDB0B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235F33-D4CF-4F3A-80EA-CAF206682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100904-3B75-4218-95F7-3C48E36B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CE48-D78D-4594-9E43-33D972AD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444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22BB5-D4A7-4DA1-B8AD-7840D44D6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C54947-E0F5-441E-90DF-5117FCC22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6CE7B7-2CDA-49DC-9D9F-F10B9625E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3542D3C-BD98-4E24-A3DD-4AEB582D8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2A0BF5-10DE-4D71-AE9B-F622864A3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5DE7C17-8D31-4390-8AC1-DED7F89AF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5A4A-C011-457B-AFBB-E87B41EDB0B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441B030-4EC8-4D7D-86A0-D97DF71DA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80CA65A-3E88-48C9-BC9A-3E90E753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CE48-D78D-4594-9E43-33D972AD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040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321051-E944-452B-AE8A-730ACA3E7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89FCA2-12FD-4CB0-B3AB-78D3863B5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5A4A-C011-457B-AFBB-E87B41EDB0B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D1A3EA8-F3B0-413B-ADFA-4744A0561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23B6F41-ADB4-4C75-81C2-5858AFFE8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CE48-D78D-4594-9E43-33D972AD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590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1DC1A62-8522-45DD-8DFE-B290DF965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5A4A-C011-457B-AFBB-E87B41EDB0B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FACA120-B172-4732-99BE-5AC88E3E5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BD5687-751F-443A-B151-50F05AF6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CE48-D78D-4594-9E43-33D972AD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14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7903C8-7910-4114-B7F4-497C54215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BC6124-BBE0-4632-A3B0-6197EE7BF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2E9583-E01F-4D54-8CA1-0476BE58A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D432F3-F060-420A-89CF-1128E3FA0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5A4A-C011-457B-AFBB-E87B41EDB0B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2973CB-FBD5-45FC-BFEF-2B914D18E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7F91C5-41E7-4C6F-9D4F-A42B5D6E3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CE48-D78D-4594-9E43-33D972AD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624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360E7A-068F-4A2D-B2ED-F7746E145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36BD476-13F2-49CE-ABB8-03CC6F1EA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7E4064-E869-415F-B673-D6114738C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2A3AE3-4F85-4B9D-94CC-C22A1169C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5A4A-C011-457B-AFBB-E87B41EDB0B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8EF7E1-D5DD-4212-AAD3-CACF4C7D6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8AC759-0C20-4EB9-9C21-403F8194C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CE48-D78D-4594-9E43-33D972AD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310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4D9380-355F-4B02-96DB-61964D63A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DA124F2-3C97-4A8F-8AA8-7F3B9E65E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94C981-010A-418F-B6CA-81AA6DEC9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5A4A-C011-457B-AFBB-E87B41EDB0B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6A9F17-5FA4-4063-A5F5-A3FFCF561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448561-A5E1-4968-8F34-7618D0E0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CE48-D78D-4594-9E43-33D972AD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663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96252A0-C8F4-4786-9B38-BAA8ABEC5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4AD732-8F7E-44C4-B7D6-512DDAF9A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28D361-EB0B-4360-8CDC-47A4E21E9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5A4A-C011-457B-AFBB-E87B41EDB0B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E79CA0-9183-4AE4-A6BE-30A0A1523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B41ECE-3152-4CD7-8B61-19D3591D7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CE48-D78D-4594-9E43-33D972AD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6205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C4CF4-E7DF-48A0-82AB-A2400BE68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DF867D-1BDE-4C21-A678-640ED54CB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ABB223-5A4B-4ABA-992C-683827F57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D5A4A-C011-457B-AFBB-E87B41EDB0B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4478BD-1DA0-4488-9B90-AA03A978D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022352-C69F-4484-8242-45EB5C87C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9CE48-D78D-4594-9E43-33D972AD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884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AF6EE1-A707-4B1E-9DAB-1F5AF4C7E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9703"/>
            <a:ext cx="9144000" cy="82184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Тренажёр ОГЭ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7A3586-F8BF-4E9F-9838-03B3D87DB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23458"/>
            <a:ext cx="9144000" cy="821847"/>
          </a:xfrm>
        </p:spPr>
        <p:txBody>
          <a:bodyPr>
            <a:normAutofit lnSpcReduction="10000"/>
          </a:bodyPr>
          <a:lstStyle/>
          <a:p>
            <a:pPr algn="l"/>
            <a:r>
              <a:rPr lang="ru-RU" b="1" dirty="0"/>
              <a:t>Выполнили:</a:t>
            </a:r>
            <a:r>
              <a:rPr lang="ru-RU" dirty="0"/>
              <a:t> </a:t>
            </a:r>
            <a:r>
              <a:rPr lang="ru-RU" dirty="0" err="1"/>
              <a:t>Дзино</a:t>
            </a:r>
            <a:r>
              <a:rPr lang="ru-RU" dirty="0"/>
              <a:t> Матвей, </a:t>
            </a:r>
            <a:r>
              <a:rPr lang="ru-RU" dirty="0" err="1"/>
              <a:t>Апевалова</a:t>
            </a:r>
            <a:r>
              <a:rPr lang="ru-RU" dirty="0"/>
              <a:t> Олеся, 9И</a:t>
            </a:r>
          </a:p>
          <a:p>
            <a:pPr algn="l"/>
            <a:r>
              <a:rPr lang="ru-RU" b="1" dirty="0"/>
              <a:t>2026 г.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107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E79603-B032-454D-9957-DE57A5E6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Актуальность и цель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A3DD1F-F92E-43A4-BF6A-ED11E4624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44908"/>
            <a:ext cx="10515600" cy="3589754"/>
          </a:xfrm>
        </p:spPr>
        <p:txBody>
          <a:bodyPr/>
          <a:lstStyle/>
          <a:p>
            <a:r>
              <a:rPr lang="ru-RU" b="1" dirty="0"/>
              <a:t>Почему это важно?</a:t>
            </a:r>
            <a:endParaRPr lang="ru-RU" dirty="0"/>
          </a:p>
          <a:p>
            <a:r>
              <a:rPr lang="ru-RU" dirty="0"/>
              <a:t>Ежегодно &gt;1,2 млн школьников сдают ОГЭ</a:t>
            </a:r>
          </a:p>
          <a:p>
            <a:r>
              <a:rPr lang="ru-RU" dirty="0"/>
              <a:t>Большинство сервисов — платные или фрагментированные</a:t>
            </a:r>
          </a:p>
          <a:p>
            <a:r>
              <a:rPr lang="ru-RU" dirty="0"/>
              <a:t>ИИ-помощники экономят время на разбор сложных тем</a:t>
            </a:r>
          </a:p>
          <a:p>
            <a:r>
              <a:rPr lang="ru-RU" b="1" dirty="0"/>
              <a:t>Цель проекта:</a:t>
            </a:r>
            <a:br>
              <a:rPr lang="ru-RU" dirty="0"/>
            </a:br>
            <a:r>
              <a:rPr lang="ru-RU" dirty="0"/>
              <a:t>Создать бесплатный, интуитивный и функциональный веб-сервис для системной подготовки к ОГЭ по всем предметам.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128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071928-97CE-4BB6-B432-DE06E6A1B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Задачи проекта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CCBECE-F19B-4156-9E17-634A1554D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75355"/>
            <a:ext cx="10515600" cy="2501608"/>
          </a:xfrm>
        </p:spPr>
        <p:txBody>
          <a:bodyPr>
            <a:normAutofit/>
          </a:bodyPr>
          <a:lstStyle/>
          <a:p>
            <a:r>
              <a:rPr lang="ru-RU" sz="2000" dirty="0"/>
              <a:t>Научиться работать с библиотекой </a:t>
            </a:r>
            <a:r>
              <a:rPr lang="en-US" sz="2000" dirty="0"/>
              <a:t>Flask</a:t>
            </a:r>
            <a:r>
              <a:rPr lang="ru-RU" sz="2000" dirty="0"/>
              <a:t>.</a:t>
            </a:r>
          </a:p>
          <a:p>
            <a:r>
              <a:rPr lang="ru-RU" sz="2000" dirty="0"/>
              <a:t>Научиться создавать </a:t>
            </a:r>
            <a:r>
              <a:rPr lang="en-US" sz="2000" dirty="0"/>
              <a:t>WEB-</a:t>
            </a:r>
            <a:r>
              <a:rPr lang="ru-RU" sz="2000" dirty="0"/>
              <a:t>приложения.</a:t>
            </a:r>
          </a:p>
          <a:p>
            <a:r>
              <a:rPr lang="ru-RU" sz="2000" dirty="0"/>
              <a:t>Научиться работать с ИИ.</a:t>
            </a:r>
          </a:p>
          <a:p>
            <a:r>
              <a:rPr lang="ru-RU" sz="2000" dirty="0"/>
              <a:t>Научиться работать с </a:t>
            </a:r>
            <a:r>
              <a:rPr lang="en-US" sz="2000" dirty="0"/>
              <a:t>API.</a:t>
            </a:r>
            <a:endParaRPr lang="ru-RU" sz="2000" dirty="0"/>
          </a:p>
          <a:p>
            <a:r>
              <a:rPr lang="ru-RU" sz="2000" dirty="0"/>
              <a:t>Создать работающую систему авторизации.</a:t>
            </a:r>
          </a:p>
          <a:p>
            <a:r>
              <a:rPr lang="ru-RU" sz="2000" dirty="0"/>
              <a:t>Создать бесплатного онлайн репетитора для ОГЭ(он мне самому нужен).</a:t>
            </a:r>
          </a:p>
        </p:txBody>
      </p:sp>
    </p:spTree>
    <p:extLst>
      <p:ext uri="{BB962C8B-B14F-4D97-AF65-F5344CB8AC3E}">
        <p14:creationId xmlns:p14="http://schemas.microsoft.com/office/powerpoint/2010/main" val="479942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AE0422-C8B2-4E08-A996-1AA96F32B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Инструменты и технологии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DE54E5-4747-4FCB-A092-850ECF865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7199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Язык: </a:t>
            </a:r>
            <a:r>
              <a:rPr lang="en-US" dirty="0"/>
              <a:t>Python</a:t>
            </a:r>
            <a:endParaRPr lang="ru-RU" dirty="0"/>
          </a:p>
          <a:p>
            <a:r>
              <a:rPr lang="ru-RU" dirty="0"/>
              <a:t>Фреймворк: </a:t>
            </a:r>
            <a:r>
              <a:rPr lang="en-US" dirty="0"/>
              <a:t>Flask</a:t>
            </a:r>
          </a:p>
          <a:p>
            <a:r>
              <a:rPr lang="ru-RU" dirty="0"/>
              <a:t>База данных: </a:t>
            </a:r>
            <a:r>
              <a:rPr lang="en-US" dirty="0"/>
              <a:t>SQLite 3</a:t>
            </a:r>
            <a:endParaRPr lang="ru-RU" dirty="0"/>
          </a:p>
          <a:p>
            <a:r>
              <a:rPr lang="en-US" dirty="0"/>
              <a:t>Frontend: HTML</a:t>
            </a:r>
            <a:endParaRPr lang="ru-RU" dirty="0"/>
          </a:p>
          <a:p>
            <a:r>
              <a:rPr lang="ru-RU" dirty="0"/>
              <a:t>ИИ-интеграция: библиотека </a:t>
            </a:r>
            <a:r>
              <a:rPr lang="en-US" dirty="0"/>
              <a:t>g4f</a:t>
            </a:r>
            <a:r>
              <a:rPr lang="ru-RU" dirty="0"/>
              <a:t> (</a:t>
            </a:r>
            <a:r>
              <a:rPr lang="en-US" dirty="0" err="1"/>
              <a:t>GptForFree</a:t>
            </a:r>
            <a:r>
              <a:rPr lang="ru-RU" dirty="0"/>
              <a:t>).</a:t>
            </a:r>
          </a:p>
          <a:p>
            <a:r>
              <a:rPr lang="ru-RU" dirty="0"/>
              <a:t>Безопасность: </a:t>
            </a:r>
            <a:r>
              <a:rPr lang="ru-RU" dirty="0" err="1"/>
              <a:t>Werkzeug</a:t>
            </a:r>
            <a:r>
              <a:rPr lang="ru-RU" dirty="0"/>
              <a:t> (</a:t>
            </a:r>
            <a:r>
              <a:rPr lang="ru-RU" dirty="0" err="1"/>
              <a:t>hash</a:t>
            </a:r>
            <a:r>
              <a:rPr lang="ru-RU" dirty="0"/>
              <a:t> паролей), сессии.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Среда разработки: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PyCharm • Git • Browser </a:t>
            </a:r>
            <a:r>
              <a:rPr lang="en-US" dirty="0" err="1"/>
              <a:t>DevTools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7858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501AD3-9C30-456B-A9A9-87E27C45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Архитектура приложения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FF58C3-25C0-4D4C-A91B-8F41E2E8F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5524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📁 </a:t>
            </a:r>
            <a:r>
              <a:rPr lang="en-US" dirty="0"/>
              <a:t>project/</a:t>
            </a:r>
          </a:p>
          <a:p>
            <a:r>
              <a:rPr lang="en-US" dirty="0"/>
              <a:t>├── </a:t>
            </a:r>
            <a:r>
              <a:rPr lang="ru-RU" dirty="0"/>
              <a:t>📄 </a:t>
            </a:r>
            <a:r>
              <a:rPr lang="en-US" dirty="0"/>
              <a:t>main.py              # </a:t>
            </a:r>
            <a:r>
              <a:rPr lang="ru-RU" dirty="0"/>
              <a:t>Точка входа: инициализация </a:t>
            </a:r>
            <a:r>
              <a:rPr lang="en-US" dirty="0"/>
              <a:t>Flask, </a:t>
            </a:r>
            <a:r>
              <a:rPr lang="ru-RU" dirty="0"/>
              <a:t>маршруты, БД</a:t>
            </a:r>
          </a:p>
          <a:p>
            <a:r>
              <a:rPr lang="ru-RU" dirty="0"/>
              <a:t>├── 📄 </a:t>
            </a:r>
            <a:r>
              <a:rPr lang="en-US" dirty="0"/>
              <a:t>generating.py        # </a:t>
            </a:r>
            <a:r>
              <a:rPr lang="ru-RU" dirty="0"/>
              <a:t>Генерация: чат с репетитором</a:t>
            </a:r>
          </a:p>
          <a:p>
            <a:r>
              <a:rPr lang="ru-RU" dirty="0"/>
              <a:t>├── 📄 </a:t>
            </a:r>
            <a:r>
              <a:rPr lang="en-US" dirty="0"/>
              <a:t>ai_generator.py      # </a:t>
            </a:r>
            <a:r>
              <a:rPr lang="ru-RU" dirty="0"/>
              <a:t>ИИ: генерация вопросов по запросу</a:t>
            </a:r>
          </a:p>
          <a:p>
            <a:r>
              <a:rPr lang="ru-RU" dirty="0"/>
              <a:t>├── 📁 </a:t>
            </a:r>
            <a:r>
              <a:rPr lang="en-US" dirty="0"/>
              <a:t>templates/           # HTML-</a:t>
            </a:r>
            <a:r>
              <a:rPr lang="ru-RU" dirty="0"/>
              <a:t>шаблоны</a:t>
            </a:r>
            <a:endParaRPr lang="en-US" dirty="0"/>
          </a:p>
          <a:p>
            <a:r>
              <a:rPr lang="en-US" dirty="0"/>
              <a:t>│   ├── index_main.html     # </a:t>
            </a:r>
            <a:r>
              <a:rPr lang="ru-RU" dirty="0"/>
              <a:t>Главная страница</a:t>
            </a:r>
          </a:p>
          <a:p>
            <a:r>
              <a:rPr lang="ru-RU" dirty="0"/>
              <a:t>│   ├── </a:t>
            </a:r>
            <a:r>
              <a:rPr lang="en-US" dirty="0"/>
              <a:t>subjects.html       # </a:t>
            </a:r>
            <a:r>
              <a:rPr lang="ru-RU" dirty="0"/>
              <a:t>Выбор предмета</a:t>
            </a:r>
          </a:p>
          <a:p>
            <a:r>
              <a:rPr lang="ru-RU" dirty="0"/>
              <a:t>│   ├── </a:t>
            </a:r>
            <a:r>
              <a:rPr lang="en-US" dirty="0"/>
              <a:t>topics.html         # </a:t>
            </a:r>
            <a:r>
              <a:rPr lang="ru-RU" dirty="0"/>
              <a:t>Темы и задания</a:t>
            </a:r>
          </a:p>
          <a:p>
            <a:r>
              <a:rPr lang="ru-RU" dirty="0"/>
              <a:t>│   ├── </a:t>
            </a:r>
            <a:r>
              <a:rPr lang="en-US" dirty="0"/>
              <a:t>training.html       # </a:t>
            </a:r>
            <a:r>
              <a:rPr lang="ru-RU" dirty="0"/>
              <a:t>Режим тестирования</a:t>
            </a:r>
          </a:p>
          <a:p>
            <a:r>
              <a:rPr lang="ru-RU" dirty="0"/>
              <a:t>│   ├── </a:t>
            </a:r>
            <a:r>
              <a:rPr lang="en-US" dirty="0"/>
              <a:t>tutor.html          # </a:t>
            </a:r>
            <a:r>
              <a:rPr lang="ru-RU" dirty="0"/>
              <a:t>Интерфейс чата с репетитором</a:t>
            </a:r>
          </a:p>
          <a:p>
            <a:r>
              <a:rPr lang="ru-RU" dirty="0"/>
              <a:t>│   ├── </a:t>
            </a:r>
            <a:r>
              <a:rPr lang="en-US" dirty="0"/>
              <a:t>stats.html          # </a:t>
            </a:r>
            <a:r>
              <a:rPr lang="ru-RU" dirty="0"/>
              <a:t>Личная статистика</a:t>
            </a:r>
          </a:p>
          <a:p>
            <a:r>
              <a:rPr lang="ru-RU" dirty="0"/>
              <a:t>│   ├── </a:t>
            </a:r>
            <a:r>
              <a:rPr lang="en-US" dirty="0"/>
              <a:t>info.html           # </a:t>
            </a:r>
            <a:r>
              <a:rPr lang="ru-RU" dirty="0"/>
              <a:t>Справка по экзаменам</a:t>
            </a:r>
          </a:p>
          <a:p>
            <a:r>
              <a:rPr lang="ru-RU" dirty="0"/>
              <a:t>│   └── </a:t>
            </a:r>
            <a:r>
              <a:rPr lang="en-US" dirty="0"/>
              <a:t>alisa.html          # </a:t>
            </a:r>
            <a:r>
              <a:rPr lang="ru-RU" dirty="0"/>
              <a:t>Ассистент Алиса</a:t>
            </a:r>
          </a:p>
          <a:p>
            <a:r>
              <a:rPr lang="ru-RU" dirty="0"/>
              <a:t>├── 📄 </a:t>
            </a:r>
            <a:r>
              <a:rPr lang="en-US" dirty="0" err="1"/>
              <a:t>users.db</a:t>
            </a:r>
            <a:r>
              <a:rPr lang="en-US" dirty="0"/>
              <a:t>             # SQLite-</a:t>
            </a:r>
            <a:r>
              <a:rPr lang="ru-RU" dirty="0"/>
              <a:t>база данных (создаётся автоматически)</a:t>
            </a:r>
          </a:p>
        </p:txBody>
      </p:sp>
    </p:spTree>
    <p:extLst>
      <p:ext uri="{BB962C8B-B14F-4D97-AF65-F5344CB8AC3E}">
        <p14:creationId xmlns:p14="http://schemas.microsoft.com/office/powerpoint/2010/main" val="2955276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9930D5-A581-4102-98AC-4E462DFA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Алгоритм работы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C9EEC5-37F3-497A-803A-39D023FF1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01483"/>
            <a:ext cx="10515600" cy="2075480"/>
          </a:xfrm>
        </p:spPr>
        <p:txBody>
          <a:bodyPr/>
          <a:lstStyle/>
          <a:p>
            <a:r>
              <a:rPr lang="ru-RU" dirty="0"/>
              <a:t>Пользователь регистрируется в профиль.</a:t>
            </a:r>
          </a:p>
          <a:p>
            <a:r>
              <a:rPr lang="ru-RU" dirty="0"/>
              <a:t>Выбирает предмет и тему, которую хочет потренировать.</a:t>
            </a:r>
          </a:p>
          <a:p>
            <a:r>
              <a:rPr lang="ru-RU" dirty="0"/>
              <a:t>Проходит тренажерный тест, или же обращается к репетитору, если не понимает тему, или пример.</a:t>
            </a:r>
          </a:p>
        </p:txBody>
      </p:sp>
    </p:spTree>
    <p:extLst>
      <p:ext uri="{BB962C8B-B14F-4D97-AF65-F5344CB8AC3E}">
        <p14:creationId xmlns:p14="http://schemas.microsoft.com/office/powerpoint/2010/main" val="1205423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05C12-E252-4992-9A6B-27A6F5E93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B94A62-668F-406E-BB53-96EEE5BD2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35" y="2548451"/>
            <a:ext cx="4055452" cy="31164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41CCF5C-783C-4737-ADAD-6962F4649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841" y="2110092"/>
            <a:ext cx="3599674" cy="366039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064F7D3-24B2-4A57-83FA-17BEC81A4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2769" y="2215713"/>
            <a:ext cx="3088361" cy="344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92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CEEEC1-8A0C-4AD6-8CFC-335B10C6A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Фрагмент кода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4C59BF-DA1B-4B57-B14C-C155D1DD4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D8370F-2656-4857-9821-832151006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4816"/>
            <a:ext cx="5180860" cy="460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71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D03CD6-8480-4AB6-89C3-8B6C4ED1D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Результаты и тестирование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CE3B12-B04C-483B-9C16-105F4BBA3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2524433"/>
          </a:xfrm>
        </p:spPr>
        <p:txBody>
          <a:bodyPr/>
          <a:lstStyle/>
          <a:p>
            <a:r>
              <a:rPr lang="ru-RU" dirty="0"/>
              <a:t>Полноценная система авторизации с хешированием паролей</a:t>
            </a:r>
          </a:p>
          <a:p>
            <a:r>
              <a:rPr lang="ru-RU" dirty="0"/>
              <a:t>База данных с 14 предметами и 100+ разделами ФИПИ</a:t>
            </a:r>
          </a:p>
          <a:p>
            <a:r>
              <a:rPr lang="ru-RU" dirty="0"/>
              <a:t>Рабочий чат с ИИ-репетитором (персонализированное приветствие)</a:t>
            </a:r>
          </a:p>
          <a:p>
            <a:r>
              <a:rPr lang="ru-RU" dirty="0"/>
              <a:t>Адаптивный интерфейс с единой цветовой схемой</a:t>
            </a:r>
          </a:p>
        </p:txBody>
      </p:sp>
    </p:spTree>
    <p:extLst>
      <p:ext uri="{BB962C8B-B14F-4D97-AF65-F5344CB8AC3E}">
        <p14:creationId xmlns:p14="http://schemas.microsoft.com/office/powerpoint/2010/main" val="4265783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4FAFD-0E46-4174-BCC3-338B37EC1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Выводы и приобретённые навыки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CBBB23-CBBE-4905-A7E3-90096593E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2124938"/>
          </a:xfrm>
        </p:spPr>
        <p:txBody>
          <a:bodyPr/>
          <a:lstStyle/>
          <a:p>
            <a:r>
              <a:rPr lang="ru-RU" dirty="0"/>
              <a:t>Мы научились работать с </a:t>
            </a:r>
            <a:r>
              <a:rPr lang="en-US" dirty="0"/>
              <a:t>HTML </a:t>
            </a:r>
            <a:r>
              <a:rPr lang="ru-RU" dirty="0"/>
              <a:t>кодом и библиотекой </a:t>
            </a:r>
            <a:r>
              <a:rPr lang="en-US" dirty="0"/>
              <a:t>Flask</a:t>
            </a:r>
            <a:r>
              <a:rPr lang="ru-RU" dirty="0"/>
              <a:t>.</a:t>
            </a:r>
          </a:p>
          <a:p>
            <a:r>
              <a:rPr lang="ru-RU" dirty="0"/>
              <a:t>Мы смогли интегрировать нейросеть в свой проект.</a:t>
            </a:r>
          </a:p>
          <a:p>
            <a:r>
              <a:rPr lang="ru-RU" dirty="0"/>
              <a:t>Формирование эффективных системных промптов</a:t>
            </a:r>
          </a:p>
          <a:p>
            <a:r>
              <a:rPr lang="ru-RU" dirty="0"/>
              <a:t>Безопасность: хеширование, защита сессий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7529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E0DC8-6CFA-4B99-B79B-20BECBF65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Планы по развитию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8F1264-4EAE-4000-AE9F-6A6CD1A64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Что можно добавить в будущем:</a:t>
            </a:r>
            <a:endParaRPr lang="ru-RU" dirty="0"/>
          </a:p>
          <a:p>
            <a:r>
              <a:rPr lang="ru-RU" dirty="0"/>
              <a:t>Экспорт статистики в PDF/CSV для учителей</a:t>
            </a:r>
          </a:p>
          <a:p>
            <a:r>
              <a:rPr lang="ru-RU" dirty="0"/>
              <a:t>Система достижений и геймификация (баллы, уровни)</a:t>
            </a:r>
          </a:p>
          <a:p>
            <a:r>
              <a:rPr lang="ru-RU" dirty="0" err="1"/>
              <a:t>Парсинг</a:t>
            </a:r>
            <a:r>
              <a:rPr lang="ru-RU" dirty="0"/>
              <a:t> реального банка заданий ФИПИ</a:t>
            </a:r>
          </a:p>
          <a:p>
            <a:r>
              <a:rPr lang="ru-RU" dirty="0" err="1"/>
              <a:t>Мультимодальность</a:t>
            </a:r>
            <a:r>
              <a:rPr lang="ru-RU" dirty="0"/>
              <a:t>: загрузка фото задачи для разбора</a:t>
            </a:r>
          </a:p>
          <a:p>
            <a:r>
              <a:rPr lang="ru-RU" dirty="0"/>
              <a:t>Поддержка групповой работы и рейтингов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3852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B85F5-C0DE-421E-8483-C6442025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lstStyle/>
          <a:p>
            <a:pPr algn="ctr"/>
            <a:r>
              <a:rPr lang="ru-RU" b="1" dirty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72739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427</Words>
  <Application>Microsoft Office PowerPoint</Application>
  <PresentationFormat>Широкоэкранный</PresentationFormat>
  <Paragraphs>63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Тренажёр ОГЭ</vt:lpstr>
      <vt:lpstr>Актуальность и цель</vt:lpstr>
      <vt:lpstr>Задачи проекта</vt:lpstr>
      <vt:lpstr>Инструменты и технологии</vt:lpstr>
      <vt:lpstr>Архитектура приложения</vt:lpstr>
      <vt:lpstr>Алгоритм работы</vt:lpstr>
      <vt:lpstr>Презентация PowerPoint</vt:lpstr>
      <vt:lpstr>Фрагмент кода</vt:lpstr>
      <vt:lpstr>Результаты и тестирование</vt:lpstr>
      <vt:lpstr>Выводы и приобретённые навыки</vt:lpstr>
      <vt:lpstr>Планы по развитию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Тренажёр ОГЭ</dc:title>
  <dc:creator>Матвей</dc:creator>
  <cp:lastModifiedBy>Матвей</cp:lastModifiedBy>
  <cp:revision>6</cp:revision>
  <dcterms:created xsi:type="dcterms:W3CDTF">2026-05-06T18:33:14Z</dcterms:created>
  <dcterms:modified xsi:type="dcterms:W3CDTF">2026-05-06T19:02:32Z</dcterms:modified>
</cp:coreProperties>
</file>